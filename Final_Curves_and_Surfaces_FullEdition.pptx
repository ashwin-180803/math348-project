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2" r:id="rId5"/>
    <p:sldId id="259" r:id="rId6"/>
    <p:sldId id="260" r:id="rId7"/>
    <p:sldId id="273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1" d="100"/>
          <a:sy n="111" d="100"/>
        </p:scale>
        <p:origin x="161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shwin gehlot" userId="e50db93904a27bdf" providerId="LiveId" clId="{BB3D8721-EE7C-4CED-9AEA-E0FB0CB1BBB9}"/>
    <pc:docChg chg="undo custSel modSld">
      <pc:chgData name="ashwin gehlot" userId="e50db93904a27bdf" providerId="LiveId" clId="{BB3D8721-EE7C-4CED-9AEA-E0FB0CB1BBB9}" dt="2025-12-01T05:51:22.924" v="143" actId="20577"/>
      <pc:docMkLst>
        <pc:docMk/>
      </pc:docMkLst>
      <pc:sldChg chg="delSp mod">
        <pc:chgData name="ashwin gehlot" userId="e50db93904a27bdf" providerId="LiveId" clId="{BB3D8721-EE7C-4CED-9AEA-E0FB0CB1BBB9}" dt="2025-12-01T05:39:37.530" v="0" actId="478"/>
        <pc:sldMkLst>
          <pc:docMk/>
          <pc:sldMk cId="0" sldId="256"/>
        </pc:sldMkLst>
        <pc:spChg chg="del">
          <ac:chgData name="ashwin gehlot" userId="e50db93904a27bdf" providerId="LiveId" clId="{BB3D8721-EE7C-4CED-9AEA-E0FB0CB1BBB9}" dt="2025-12-01T05:39:37.530" v="0" actId="478"/>
          <ac:spMkLst>
            <pc:docMk/>
            <pc:sldMk cId="0" sldId="256"/>
            <ac:spMk id="3" creationId="{00000000-0000-0000-0000-000000000000}"/>
          </ac:spMkLst>
        </pc:spChg>
      </pc:sldChg>
      <pc:sldChg chg="delSp mod">
        <pc:chgData name="ashwin gehlot" userId="e50db93904a27bdf" providerId="LiveId" clId="{BB3D8721-EE7C-4CED-9AEA-E0FB0CB1BBB9}" dt="2025-12-01T05:39:39.489" v="1" actId="478"/>
        <pc:sldMkLst>
          <pc:docMk/>
          <pc:sldMk cId="0" sldId="257"/>
        </pc:sldMkLst>
        <pc:spChg chg="del">
          <ac:chgData name="ashwin gehlot" userId="e50db93904a27bdf" providerId="LiveId" clId="{BB3D8721-EE7C-4CED-9AEA-E0FB0CB1BBB9}" dt="2025-12-01T05:39:39.489" v="1" actId="478"/>
          <ac:spMkLst>
            <pc:docMk/>
            <pc:sldMk cId="0" sldId="257"/>
            <ac:spMk id="3" creationId="{00000000-0000-0000-0000-000000000000}"/>
          </ac:spMkLst>
        </pc:spChg>
      </pc:sldChg>
      <pc:sldChg chg="delSp mod">
        <pc:chgData name="ashwin gehlot" userId="e50db93904a27bdf" providerId="LiveId" clId="{BB3D8721-EE7C-4CED-9AEA-E0FB0CB1BBB9}" dt="2025-12-01T05:39:41.610" v="2" actId="478"/>
        <pc:sldMkLst>
          <pc:docMk/>
          <pc:sldMk cId="0" sldId="258"/>
        </pc:sldMkLst>
        <pc:spChg chg="del">
          <ac:chgData name="ashwin gehlot" userId="e50db93904a27bdf" providerId="LiveId" clId="{BB3D8721-EE7C-4CED-9AEA-E0FB0CB1BBB9}" dt="2025-12-01T05:39:41.610" v="2" actId="478"/>
          <ac:spMkLst>
            <pc:docMk/>
            <pc:sldMk cId="0" sldId="258"/>
            <ac:spMk id="3" creationId="{00000000-0000-0000-0000-000000000000}"/>
          </ac:spMkLst>
        </pc:spChg>
      </pc:sldChg>
      <pc:sldChg chg="delSp mod">
        <pc:chgData name="ashwin gehlot" userId="e50db93904a27bdf" providerId="LiveId" clId="{BB3D8721-EE7C-4CED-9AEA-E0FB0CB1BBB9}" dt="2025-12-01T05:39:43.393" v="3" actId="478"/>
        <pc:sldMkLst>
          <pc:docMk/>
          <pc:sldMk cId="0" sldId="259"/>
        </pc:sldMkLst>
        <pc:spChg chg="del">
          <ac:chgData name="ashwin gehlot" userId="e50db93904a27bdf" providerId="LiveId" clId="{BB3D8721-EE7C-4CED-9AEA-E0FB0CB1BBB9}" dt="2025-12-01T05:39:43.393" v="3" actId="478"/>
          <ac:spMkLst>
            <pc:docMk/>
            <pc:sldMk cId="0" sldId="259"/>
            <ac:spMk id="3" creationId="{00000000-0000-0000-0000-000000000000}"/>
          </ac:spMkLst>
        </pc:spChg>
      </pc:sldChg>
      <pc:sldChg chg="delSp mod">
        <pc:chgData name="ashwin gehlot" userId="e50db93904a27bdf" providerId="LiveId" clId="{BB3D8721-EE7C-4CED-9AEA-E0FB0CB1BBB9}" dt="2025-12-01T05:39:44.653" v="4" actId="478"/>
        <pc:sldMkLst>
          <pc:docMk/>
          <pc:sldMk cId="0" sldId="260"/>
        </pc:sldMkLst>
        <pc:spChg chg="del">
          <ac:chgData name="ashwin gehlot" userId="e50db93904a27bdf" providerId="LiveId" clId="{BB3D8721-EE7C-4CED-9AEA-E0FB0CB1BBB9}" dt="2025-12-01T05:39:44.653" v="4" actId="478"/>
          <ac:spMkLst>
            <pc:docMk/>
            <pc:sldMk cId="0" sldId="260"/>
            <ac:spMk id="3" creationId="{00000000-0000-0000-0000-000000000000}"/>
          </ac:spMkLst>
        </pc:spChg>
      </pc:sldChg>
      <pc:sldChg chg="delSp mod">
        <pc:chgData name="ashwin gehlot" userId="e50db93904a27bdf" providerId="LiveId" clId="{BB3D8721-EE7C-4CED-9AEA-E0FB0CB1BBB9}" dt="2025-12-01T05:39:48.442" v="5" actId="478"/>
        <pc:sldMkLst>
          <pc:docMk/>
          <pc:sldMk cId="0" sldId="264"/>
        </pc:sldMkLst>
        <pc:spChg chg="del">
          <ac:chgData name="ashwin gehlot" userId="e50db93904a27bdf" providerId="LiveId" clId="{BB3D8721-EE7C-4CED-9AEA-E0FB0CB1BBB9}" dt="2025-12-01T05:39:48.442" v="5" actId="478"/>
          <ac:spMkLst>
            <pc:docMk/>
            <pc:sldMk cId="0" sldId="264"/>
            <ac:spMk id="3" creationId="{00000000-0000-0000-0000-000000000000}"/>
          </ac:spMkLst>
        </pc:spChg>
      </pc:sldChg>
      <pc:sldChg chg="delSp mod">
        <pc:chgData name="ashwin gehlot" userId="e50db93904a27bdf" providerId="LiveId" clId="{BB3D8721-EE7C-4CED-9AEA-E0FB0CB1BBB9}" dt="2025-12-01T05:39:49.882" v="6" actId="478"/>
        <pc:sldMkLst>
          <pc:docMk/>
          <pc:sldMk cId="0" sldId="265"/>
        </pc:sldMkLst>
        <pc:spChg chg="del">
          <ac:chgData name="ashwin gehlot" userId="e50db93904a27bdf" providerId="LiveId" clId="{BB3D8721-EE7C-4CED-9AEA-E0FB0CB1BBB9}" dt="2025-12-01T05:39:49.882" v="6" actId="478"/>
          <ac:spMkLst>
            <pc:docMk/>
            <pc:sldMk cId="0" sldId="265"/>
            <ac:spMk id="3" creationId="{00000000-0000-0000-0000-000000000000}"/>
          </ac:spMkLst>
        </pc:spChg>
      </pc:sldChg>
      <pc:sldChg chg="delSp modSp mod">
        <pc:chgData name="ashwin gehlot" userId="e50db93904a27bdf" providerId="LiveId" clId="{BB3D8721-EE7C-4CED-9AEA-E0FB0CB1BBB9}" dt="2025-12-01T05:51:22.924" v="143" actId="20577"/>
        <pc:sldMkLst>
          <pc:docMk/>
          <pc:sldMk cId="0" sldId="266"/>
        </pc:sldMkLst>
        <pc:spChg chg="del">
          <ac:chgData name="ashwin gehlot" userId="e50db93904a27bdf" providerId="LiveId" clId="{BB3D8721-EE7C-4CED-9AEA-E0FB0CB1BBB9}" dt="2025-12-01T05:39:51.415" v="7" actId="478"/>
          <ac:spMkLst>
            <pc:docMk/>
            <pc:sldMk cId="0" sldId="266"/>
            <ac:spMk id="3" creationId="{00000000-0000-0000-0000-000000000000}"/>
          </ac:spMkLst>
        </pc:spChg>
        <pc:spChg chg="mod">
          <ac:chgData name="ashwin gehlot" userId="e50db93904a27bdf" providerId="LiveId" clId="{BB3D8721-EE7C-4CED-9AEA-E0FB0CB1BBB9}" dt="2025-12-01T05:51:22.924" v="143" actId="20577"/>
          <ac:spMkLst>
            <pc:docMk/>
            <pc:sldMk cId="0" sldId="266"/>
            <ac:spMk id="4" creationId="{00000000-0000-0000-0000-000000000000}"/>
          </ac:spMkLst>
        </pc:spChg>
      </pc:sldChg>
      <pc:sldChg chg="delSp modSp mod">
        <pc:chgData name="ashwin gehlot" userId="e50db93904a27bdf" providerId="LiveId" clId="{BB3D8721-EE7C-4CED-9AEA-E0FB0CB1BBB9}" dt="2025-12-01T05:42:50.334" v="93" actId="1076"/>
        <pc:sldMkLst>
          <pc:docMk/>
          <pc:sldMk cId="0" sldId="267"/>
        </pc:sldMkLst>
        <pc:spChg chg="del">
          <ac:chgData name="ashwin gehlot" userId="e50db93904a27bdf" providerId="LiveId" clId="{BB3D8721-EE7C-4CED-9AEA-E0FB0CB1BBB9}" dt="2025-12-01T05:40:13.280" v="8" actId="478"/>
          <ac:spMkLst>
            <pc:docMk/>
            <pc:sldMk cId="0" sldId="267"/>
            <ac:spMk id="3" creationId="{00000000-0000-0000-0000-000000000000}"/>
          </ac:spMkLst>
        </pc:spChg>
        <pc:spChg chg="mod">
          <ac:chgData name="ashwin gehlot" userId="e50db93904a27bdf" providerId="LiveId" clId="{BB3D8721-EE7C-4CED-9AEA-E0FB0CB1BBB9}" dt="2025-12-01T05:42:50.334" v="93" actId="1076"/>
          <ac:spMkLst>
            <pc:docMk/>
            <pc:sldMk cId="0" sldId="267"/>
            <ac:spMk id="4" creationId="{00000000-0000-0000-0000-000000000000}"/>
          </ac:spMkLst>
        </pc:spChg>
      </pc:sldChg>
      <pc:sldChg chg="addSp delSp modSp mod">
        <pc:chgData name="ashwin gehlot" userId="e50db93904a27bdf" providerId="LiveId" clId="{BB3D8721-EE7C-4CED-9AEA-E0FB0CB1BBB9}" dt="2025-12-01T05:49:39.459" v="117" actId="20577"/>
        <pc:sldMkLst>
          <pc:docMk/>
          <pc:sldMk cId="0" sldId="268"/>
        </pc:sldMkLst>
        <pc:spChg chg="del">
          <ac:chgData name="ashwin gehlot" userId="e50db93904a27bdf" providerId="LiveId" clId="{BB3D8721-EE7C-4CED-9AEA-E0FB0CB1BBB9}" dt="2025-12-01T05:40:18.714" v="11" actId="478"/>
          <ac:spMkLst>
            <pc:docMk/>
            <pc:sldMk cId="0" sldId="268"/>
            <ac:spMk id="3" creationId="{00000000-0000-0000-0000-000000000000}"/>
          </ac:spMkLst>
        </pc:spChg>
        <pc:spChg chg="add del mod">
          <ac:chgData name="ashwin gehlot" userId="e50db93904a27bdf" providerId="LiveId" clId="{BB3D8721-EE7C-4CED-9AEA-E0FB0CB1BBB9}" dt="2025-12-01T05:49:39.459" v="117" actId="20577"/>
          <ac:spMkLst>
            <pc:docMk/>
            <pc:sldMk cId="0" sldId="268"/>
            <ac:spMk id="4" creationId="{00000000-0000-0000-0000-000000000000}"/>
          </ac:spMkLst>
        </pc:spChg>
      </pc:sldChg>
      <pc:sldChg chg="delSp modSp mod">
        <pc:chgData name="ashwin gehlot" userId="e50db93904a27bdf" providerId="LiveId" clId="{BB3D8721-EE7C-4CED-9AEA-E0FB0CB1BBB9}" dt="2025-12-01T05:49:56.025" v="137" actId="20577"/>
        <pc:sldMkLst>
          <pc:docMk/>
          <pc:sldMk cId="0" sldId="269"/>
        </pc:sldMkLst>
        <pc:spChg chg="del">
          <ac:chgData name="ashwin gehlot" userId="e50db93904a27bdf" providerId="LiveId" clId="{BB3D8721-EE7C-4CED-9AEA-E0FB0CB1BBB9}" dt="2025-12-01T05:40:25.185" v="12" actId="478"/>
          <ac:spMkLst>
            <pc:docMk/>
            <pc:sldMk cId="0" sldId="269"/>
            <ac:spMk id="3" creationId="{00000000-0000-0000-0000-000000000000}"/>
          </ac:spMkLst>
        </pc:spChg>
        <pc:spChg chg="mod">
          <ac:chgData name="ashwin gehlot" userId="e50db93904a27bdf" providerId="LiveId" clId="{BB3D8721-EE7C-4CED-9AEA-E0FB0CB1BBB9}" dt="2025-12-01T05:49:56.025" v="137" actId="20577"/>
          <ac:spMkLst>
            <pc:docMk/>
            <pc:sldMk cId="0" sldId="269"/>
            <ac:spMk id="4" creationId="{00000000-0000-0000-0000-000000000000}"/>
          </ac:spMkLst>
        </pc:spChg>
      </pc:sldChg>
      <pc:sldChg chg="delSp mod">
        <pc:chgData name="ashwin gehlot" userId="e50db93904a27bdf" providerId="LiveId" clId="{BB3D8721-EE7C-4CED-9AEA-E0FB0CB1BBB9}" dt="2025-12-01T05:40:29.567" v="13" actId="478"/>
        <pc:sldMkLst>
          <pc:docMk/>
          <pc:sldMk cId="0" sldId="270"/>
        </pc:sldMkLst>
        <pc:spChg chg="del">
          <ac:chgData name="ashwin gehlot" userId="e50db93904a27bdf" providerId="LiveId" clId="{BB3D8721-EE7C-4CED-9AEA-E0FB0CB1BBB9}" dt="2025-12-01T05:40:29.567" v="13" actId="478"/>
          <ac:spMkLst>
            <pc:docMk/>
            <pc:sldMk cId="0" sldId="270"/>
            <ac:spMk id="3" creationId="{00000000-0000-0000-0000-000000000000}"/>
          </ac:spMkLst>
        </pc:spChg>
      </pc:sldChg>
      <pc:sldChg chg="delSp modSp mod">
        <pc:chgData name="ashwin gehlot" userId="e50db93904a27bdf" providerId="LiveId" clId="{BB3D8721-EE7C-4CED-9AEA-E0FB0CB1BBB9}" dt="2025-12-01T05:40:38.368" v="15" actId="1076"/>
        <pc:sldMkLst>
          <pc:docMk/>
          <pc:sldMk cId="0" sldId="271"/>
        </pc:sldMkLst>
        <pc:spChg chg="del">
          <ac:chgData name="ashwin gehlot" userId="e50db93904a27bdf" providerId="LiveId" clId="{BB3D8721-EE7C-4CED-9AEA-E0FB0CB1BBB9}" dt="2025-12-01T05:40:35.738" v="14" actId="478"/>
          <ac:spMkLst>
            <pc:docMk/>
            <pc:sldMk cId="0" sldId="271"/>
            <ac:spMk id="3" creationId="{00000000-0000-0000-0000-000000000000}"/>
          </ac:spMkLst>
        </pc:spChg>
        <pc:spChg chg="mod">
          <ac:chgData name="ashwin gehlot" userId="e50db93904a27bdf" providerId="LiveId" clId="{BB3D8721-EE7C-4CED-9AEA-E0FB0CB1BBB9}" dt="2025-12-01T05:40:38.368" v="15" actId="1076"/>
          <ac:spMkLst>
            <pc:docMk/>
            <pc:sldMk cId="0" sldId="271"/>
            <ac:spMk id="4" creationId="{00000000-0000-0000-0000-000000000000}"/>
          </ac:spMkLst>
        </pc:spChg>
      </pc:sldChg>
      <pc:sldChg chg="delSp modSp mod">
        <pc:chgData name="ashwin gehlot" userId="e50db93904a27bdf" providerId="LiveId" clId="{BB3D8721-EE7C-4CED-9AEA-E0FB0CB1BBB9}" dt="2025-12-01T05:40:44.458" v="17" actId="1076"/>
        <pc:sldMkLst>
          <pc:docMk/>
          <pc:sldMk cId="0" sldId="272"/>
        </pc:sldMkLst>
        <pc:spChg chg="del">
          <ac:chgData name="ashwin gehlot" userId="e50db93904a27bdf" providerId="LiveId" clId="{BB3D8721-EE7C-4CED-9AEA-E0FB0CB1BBB9}" dt="2025-12-01T05:40:41.037" v="16" actId="478"/>
          <ac:spMkLst>
            <pc:docMk/>
            <pc:sldMk cId="0" sldId="272"/>
            <ac:spMk id="3" creationId="{00000000-0000-0000-0000-000000000000}"/>
          </ac:spMkLst>
        </pc:spChg>
        <pc:spChg chg="mod">
          <ac:chgData name="ashwin gehlot" userId="e50db93904a27bdf" providerId="LiveId" clId="{BB3D8721-EE7C-4CED-9AEA-E0FB0CB1BBB9}" dt="2025-12-01T05:40:44.458" v="17" actId="1076"/>
          <ac:spMkLst>
            <pc:docMk/>
            <pc:sldMk cId="0" sldId="272"/>
            <ac:spMk id="4" creationId="{00000000-0000-0000-0000-000000000000}"/>
          </ac:spMkLst>
        </pc:spChg>
      </pc:sldChg>
      <pc:sldChg chg="delSp modSp mod">
        <pc:chgData name="ashwin gehlot" userId="e50db93904a27bdf" providerId="LiveId" clId="{BB3D8721-EE7C-4CED-9AEA-E0FB0CB1BBB9}" dt="2025-12-01T05:41:08.770" v="19" actId="1076"/>
        <pc:sldMkLst>
          <pc:docMk/>
          <pc:sldMk cId="0" sldId="273"/>
        </pc:sldMkLst>
        <pc:spChg chg="del">
          <ac:chgData name="ashwin gehlot" userId="e50db93904a27bdf" providerId="LiveId" clId="{BB3D8721-EE7C-4CED-9AEA-E0FB0CB1BBB9}" dt="2025-12-01T05:40:47.654" v="18" actId="478"/>
          <ac:spMkLst>
            <pc:docMk/>
            <pc:sldMk cId="0" sldId="273"/>
            <ac:spMk id="3" creationId="{00000000-0000-0000-0000-000000000000}"/>
          </ac:spMkLst>
        </pc:spChg>
        <pc:spChg chg="mod">
          <ac:chgData name="ashwin gehlot" userId="e50db93904a27bdf" providerId="LiveId" clId="{BB3D8721-EE7C-4CED-9AEA-E0FB0CB1BBB9}" dt="2025-12-01T05:41:08.770" v="19" actId="1076"/>
          <ac:spMkLst>
            <pc:docMk/>
            <pc:sldMk cId="0" sldId="273"/>
            <ac:spMk id="4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>
                <a:solidFill>
                  <a:srgbClr val="FFFFFF"/>
                </a:solidFill>
              </a:defRPr>
            </a:pPr>
            <a:r>
              <a:t>Curves &amp; Surfaces Calculator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rPr dirty="0"/>
              <a:t>A complete</a:t>
            </a:r>
            <a:r>
              <a:rPr lang="en-CA" dirty="0"/>
              <a:t>,</a:t>
            </a:r>
            <a:r>
              <a:rPr dirty="0"/>
              <a:t> Python-powered </a:t>
            </a:r>
            <a:r>
              <a:rPr lang="en-CA" dirty="0"/>
              <a:t>differential </a:t>
            </a:r>
            <a:r>
              <a:rPr dirty="0"/>
              <a:t>geometry </a:t>
            </a:r>
            <a:r>
              <a:rPr lang="en-CA" dirty="0"/>
              <a:t>calculator</a:t>
            </a:r>
          </a:p>
          <a:p>
            <a:pPr>
              <a:defRPr sz="2800">
                <a:solidFill>
                  <a:srgbClr val="FFFFFF"/>
                </a:solidFill>
              </a:defRPr>
            </a:pPr>
            <a:br>
              <a:rPr dirty="0"/>
            </a:br>
            <a:r>
              <a:rPr dirty="0"/>
              <a:t>Includes visuals</a:t>
            </a:r>
            <a:r>
              <a:rPr lang="en-CA" dirty="0"/>
              <a:t> and</a:t>
            </a:r>
            <a:r>
              <a:rPr dirty="0"/>
              <a:t> step-by-step </a:t>
            </a:r>
            <a:r>
              <a:rPr lang="en-CA" dirty="0"/>
              <a:t>computations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>
                <a:solidFill>
                  <a:srgbClr val="FFFFFF"/>
                </a:solidFill>
              </a:defRPr>
            </a:pPr>
            <a: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43384"/>
            <a:ext cx="7315200" cy="5539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dirty="0"/>
              <a:t>- Plots high-resolution 2D/3D curves and surfaces</a:t>
            </a:r>
            <a:endParaRPr lang="en-CA" dirty="0"/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lang="en-CA" dirty="0"/>
              <a:t>- Computational support for:</a:t>
            </a:r>
          </a:p>
          <a:p>
            <a:pPr lvl="1">
              <a:defRPr sz="2400">
                <a:solidFill>
                  <a:srgbClr val="FFFFFF"/>
                </a:solidFill>
              </a:defRPr>
            </a:pPr>
            <a:r>
              <a:rPr lang="en-CA" dirty="0"/>
              <a:t>- Arc length</a:t>
            </a:r>
            <a:br>
              <a:rPr dirty="0"/>
            </a:br>
            <a:r>
              <a:rPr lang="en-CA" dirty="0"/>
              <a:t>- Arc length </a:t>
            </a:r>
            <a:r>
              <a:rPr lang="en-CA" dirty="0" err="1"/>
              <a:t>reparametrization</a:t>
            </a:r>
            <a:endParaRPr lang="en-CA" dirty="0"/>
          </a:p>
          <a:p>
            <a:pPr lvl="1">
              <a:defRPr sz="2400">
                <a:solidFill>
                  <a:srgbClr val="FFFFFF"/>
                </a:solidFill>
              </a:defRPr>
            </a:pPr>
            <a:r>
              <a:rPr lang="en-CA" dirty="0"/>
              <a:t>- </a:t>
            </a:r>
            <a:r>
              <a:rPr lang="en-CA" dirty="0" err="1"/>
              <a:t>Frenet</a:t>
            </a:r>
            <a:r>
              <a:rPr lang="en-CA" dirty="0"/>
              <a:t>-Serret apparatus, with curvature and torsion</a:t>
            </a:r>
          </a:p>
          <a:p>
            <a:pPr lvl="1">
              <a:defRPr sz="2400">
                <a:solidFill>
                  <a:srgbClr val="FFFFFF"/>
                </a:solidFill>
              </a:defRPr>
            </a:pPr>
            <a:r>
              <a:rPr lang="en-CA" dirty="0"/>
              <a:t>- First Fundamental Form</a:t>
            </a:r>
          </a:p>
          <a:p>
            <a:pPr lvl="1">
              <a:defRPr sz="2400">
                <a:solidFill>
                  <a:srgbClr val="FFFFFF"/>
                </a:solidFill>
              </a:defRPr>
            </a:pPr>
            <a:r>
              <a:rPr lang="en-CA" dirty="0"/>
              <a:t>- Surface area</a:t>
            </a:r>
          </a:p>
          <a:p>
            <a:pPr lvl="1">
              <a:defRPr sz="2400">
                <a:solidFill>
                  <a:srgbClr val="FFFFFF"/>
                </a:solidFill>
              </a:defRPr>
            </a:pPr>
            <a:r>
              <a:rPr lang="en-CA" dirty="0"/>
              <a:t>- Second Fundamental Form</a:t>
            </a:r>
          </a:p>
          <a:p>
            <a:pPr lvl="1">
              <a:defRPr sz="2400">
                <a:solidFill>
                  <a:srgbClr val="FFFFFF"/>
                </a:solidFill>
              </a:defRPr>
            </a:pPr>
            <a:r>
              <a:rPr lang="en-CA" dirty="0"/>
              <a:t>- Shape operator</a:t>
            </a:r>
          </a:p>
          <a:p>
            <a:pPr lvl="1">
              <a:defRPr sz="2400">
                <a:solidFill>
                  <a:srgbClr val="FFFFFF"/>
                </a:solidFill>
              </a:defRPr>
            </a:pPr>
            <a:r>
              <a:rPr lang="en-CA" dirty="0"/>
              <a:t>- Mean curvature</a:t>
            </a:r>
          </a:p>
          <a:p>
            <a:pPr lvl="1">
              <a:defRPr sz="2400">
                <a:solidFill>
                  <a:srgbClr val="FFFFFF"/>
                </a:solidFill>
              </a:defRPr>
            </a:pPr>
            <a:r>
              <a:rPr lang="en-CA" dirty="0"/>
              <a:t>- Gaussian curvature</a:t>
            </a:r>
          </a:p>
          <a:p>
            <a:pPr lvl="1">
              <a:defRPr sz="2400">
                <a:solidFill>
                  <a:srgbClr val="FFFFFF"/>
                </a:solidFill>
              </a:defRPr>
            </a:pPr>
            <a:r>
              <a:rPr lang="en-CA" dirty="0"/>
              <a:t>- Christoffel symbols</a:t>
            </a:r>
          </a:p>
          <a:p>
            <a:pPr lvl="1">
              <a:defRPr sz="2400">
                <a:solidFill>
                  <a:srgbClr val="FFFFFF"/>
                </a:solidFill>
              </a:defRPr>
            </a:pPr>
            <a:r>
              <a:rPr lang="en-CA" dirty="0"/>
              <a:t>- Codazzi equations</a:t>
            </a:r>
          </a:p>
          <a:p>
            <a:pPr lvl="1">
              <a:defRPr sz="2400">
                <a:solidFill>
                  <a:srgbClr val="FFFFFF"/>
                </a:solidFill>
              </a:defRPr>
            </a:pPr>
            <a:r>
              <a:rPr lang="en-CA" dirty="0"/>
              <a:t>- Gauss equations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 sz="4400">
                <a:solidFill>
                  <a:srgbClr val="FFFFFF"/>
                </a:solidFill>
              </a:defRPr>
            </a:pPr>
            <a:r>
              <a:rPr lang="en-CA" dirty="0"/>
              <a:t>Advantages Over </a:t>
            </a:r>
            <a:r>
              <a:rPr dirty="0"/>
              <a:t>Online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dirty="0"/>
              <a:t>- Free, open-source</a:t>
            </a:r>
            <a:endParaRPr lang="en-CA" dirty="0"/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lang="en-CA" dirty="0"/>
              <a:t>- Runs in browser, no account or license needed</a:t>
            </a:r>
            <a:br>
              <a:rPr lang="en-CA" dirty="0"/>
            </a:br>
            <a:r>
              <a:rPr dirty="0"/>
              <a:t>- 3D graphs rendered with </a:t>
            </a:r>
            <a:r>
              <a:rPr dirty="0" err="1"/>
              <a:t>Plotly</a:t>
            </a:r>
            <a:r>
              <a:rPr dirty="0"/>
              <a:t> WebGL</a:t>
            </a:r>
            <a:r>
              <a:rPr lang="en-CA" dirty="0"/>
              <a:t>, which is very lightweight compared to Mathematica</a:t>
            </a:r>
            <a:br>
              <a:rPr dirty="0"/>
            </a:br>
            <a:r>
              <a:rPr dirty="0"/>
              <a:t>- </a:t>
            </a:r>
            <a:r>
              <a:rPr lang="en-CA" dirty="0"/>
              <a:t>User-friendly, no need to learn Wolfram Language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FFFFFF"/>
                </a:solidFill>
              </a:defRPr>
            </a:pPr>
            <a:r>
              <a:rPr dirty="0"/>
              <a:t>Code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16656"/>
            <a:ext cx="7315200" cy="5539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dirty="0"/>
              <a:t>Frontend (Browser):</a:t>
            </a:r>
            <a:br>
              <a:rPr dirty="0"/>
            </a:br>
            <a:r>
              <a:rPr dirty="0"/>
              <a:t>- HTML/CSS interface</a:t>
            </a:r>
            <a:br>
              <a:rPr dirty="0"/>
            </a:br>
            <a:r>
              <a:rPr dirty="0"/>
              <a:t>- JavaScript (script.js) sends AJAX requests</a:t>
            </a:r>
            <a:br>
              <a:rPr dirty="0"/>
            </a:br>
            <a:r>
              <a:rPr dirty="0"/>
              <a:t>- </a:t>
            </a:r>
            <a:r>
              <a:rPr dirty="0" err="1"/>
              <a:t>Plotly</a:t>
            </a:r>
            <a:r>
              <a:rPr dirty="0"/>
              <a:t> renders 2D/3D graphs</a:t>
            </a:r>
            <a:br>
              <a:rPr dirty="0"/>
            </a:br>
            <a:br>
              <a:rPr dirty="0"/>
            </a:br>
            <a:r>
              <a:rPr dirty="0"/>
              <a:t>Backend (Django):</a:t>
            </a:r>
            <a:br>
              <a:rPr dirty="0"/>
            </a:br>
            <a:r>
              <a:rPr dirty="0"/>
              <a:t>- views.py </a:t>
            </a:r>
            <a:r>
              <a:rPr lang="en-CA" dirty="0"/>
              <a:t>handles </a:t>
            </a:r>
            <a:r>
              <a:rPr dirty="0"/>
              <a:t>requests</a:t>
            </a:r>
            <a:br>
              <a:rPr dirty="0"/>
            </a:br>
            <a:r>
              <a:rPr dirty="0"/>
              <a:t>- </a:t>
            </a:r>
            <a:r>
              <a:rPr lang="en-CA" dirty="0"/>
              <a:t>functions</a:t>
            </a:r>
            <a:r>
              <a:rPr dirty="0"/>
              <a:t>.py performs </a:t>
            </a:r>
            <a:r>
              <a:rPr lang="en-CA" dirty="0"/>
              <a:t>computations using </a:t>
            </a:r>
            <a:r>
              <a:rPr lang="en-CA" dirty="0" err="1"/>
              <a:t>SymPy</a:t>
            </a:r>
            <a:endParaRPr lang="en-CA" dirty="0"/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lang="en-CA" dirty="0"/>
              <a:t>- Functions tested with 211 different test cases (yes they all pass)</a:t>
            </a:r>
            <a:br>
              <a:rPr dirty="0"/>
            </a:br>
            <a:br>
              <a:rPr dirty="0"/>
            </a:br>
            <a:r>
              <a:rPr lang="en-CA" dirty="0"/>
              <a:t>User Interaction </a:t>
            </a:r>
            <a:r>
              <a:rPr dirty="0"/>
              <a:t>Pipeline:</a:t>
            </a:r>
            <a:br>
              <a:rPr dirty="0"/>
            </a:br>
            <a:r>
              <a:rPr dirty="0"/>
              <a:t>User → JS → Django → </a:t>
            </a:r>
            <a:r>
              <a:rPr dirty="0" err="1"/>
              <a:t>SymPy</a:t>
            </a:r>
            <a:r>
              <a:rPr dirty="0"/>
              <a:t>/NumPy → JSON → </a:t>
            </a:r>
            <a:r>
              <a:rPr dirty="0" err="1"/>
              <a:t>Plotly</a:t>
            </a:r>
            <a:r>
              <a:rPr dirty="0"/>
              <a:t>/</a:t>
            </a:r>
            <a:r>
              <a:rPr dirty="0" err="1"/>
              <a:t>MathJax</a:t>
            </a:r>
            <a:r>
              <a:rPr dirty="0"/>
              <a:t> → User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sz="4400">
                <a:solidFill>
                  <a:srgbClr val="FFFFFF"/>
                </a:solidFill>
              </a:defRPr>
            </a:pPr>
            <a:r>
              <a:rPr lang="en-CA" dirty="0"/>
              <a:t>Curve </a:t>
            </a:r>
            <a:r>
              <a:rPr dirty="0"/>
              <a:t>Example </a:t>
            </a:r>
            <a:r>
              <a:rPr lang="en-CA" dirty="0"/>
              <a:t>-</a:t>
            </a:r>
            <a:r>
              <a:rPr dirty="0"/>
              <a:t> </a:t>
            </a:r>
            <a:r>
              <a:rPr lang="en-CA" dirty="0"/>
              <a:t>Arc Length </a:t>
            </a:r>
            <a:r>
              <a:rPr lang="en-CA" dirty="0" err="1"/>
              <a:t>Reparametrization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 sz="4400">
                <a:solidFill>
                  <a:srgbClr val="FFFFFF"/>
                </a:solidFill>
              </a:defRPr>
            </a:pPr>
            <a:r>
              <a:rPr lang="en-CA" dirty="0"/>
              <a:t>Surface Example – Gauss Equations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FFFFFF"/>
                </a:solidFill>
              </a:defRPr>
            </a:pPr>
            <a:r>
              <a:t>Future Work &amp;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638"/>
            <a:ext cx="731520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dirty="0"/>
              <a:t>- Add </a:t>
            </a:r>
            <a:r>
              <a:rPr lang="en-CA" dirty="0"/>
              <a:t>remaining computations from Shifrin textbook (geodesics, differential forms</a:t>
            </a:r>
            <a:r>
              <a:rPr lang="en-CA"/>
              <a:t>, etc.)</a:t>
            </a:r>
            <a:br>
              <a:rPr dirty="0"/>
            </a:br>
            <a:r>
              <a:rPr dirty="0"/>
              <a:t>- Add export options (PDF, PNG, CSV, symbolic)</a:t>
            </a:r>
            <a:br>
              <a:rPr dirty="0"/>
            </a:br>
            <a:r>
              <a:rPr dirty="0"/>
              <a:t>- </a:t>
            </a:r>
            <a:r>
              <a:rPr lang="en-CA" dirty="0"/>
              <a:t>Integrate Wolfram Cloud for complete parity with Mathematica’s visual library</a:t>
            </a:r>
            <a:br>
              <a:rPr dirty="0"/>
            </a:br>
            <a:r>
              <a:rPr dirty="0"/>
              <a:t>- </a:t>
            </a:r>
            <a:r>
              <a:rPr lang="en-CA" dirty="0"/>
              <a:t>More predictable and user-friendly UI with better error handling</a:t>
            </a:r>
            <a:br>
              <a:rPr dirty="0"/>
            </a:br>
            <a:r>
              <a:rPr dirty="0"/>
              <a:t>- Add mobile-friendly responsive UI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479</TotalTime>
  <Words>286</Words>
  <Application>Microsoft Office PowerPoint</Application>
  <PresentationFormat>On-screen Show (4:3)</PresentationFormat>
  <Paragraphs>31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Curves &amp; Surfaces Calculator</vt:lpstr>
      <vt:lpstr>Project Overview</vt:lpstr>
      <vt:lpstr>Advantages Over Online Tools</vt:lpstr>
      <vt:lpstr>Code Architecture</vt:lpstr>
      <vt:lpstr>Curve Example - Arc Length Reparametrization</vt:lpstr>
      <vt:lpstr>Surface Example – Gauss Equations</vt:lpstr>
      <vt:lpstr>Future Work &amp; Improvements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Afra Rahmanfard</cp:lastModifiedBy>
  <cp:revision>5</cp:revision>
  <dcterms:created xsi:type="dcterms:W3CDTF">2013-01-27T09:14:16Z</dcterms:created>
  <dcterms:modified xsi:type="dcterms:W3CDTF">2025-12-04T12:04:20Z</dcterms:modified>
  <cp:category/>
</cp:coreProperties>
</file>